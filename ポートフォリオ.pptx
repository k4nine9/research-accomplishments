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AF417-BF86-9E98-7BC8-013D94A5E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F06A698-DDB8-402E-F2F3-B56525699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BE3231-1DBC-E592-7B02-E6E98F57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985E57-95BF-F5BA-6D80-1D6DE16C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DC48C2-0815-9826-39EF-7AC17D28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23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78C2D-E553-890C-72F7-B574D6FB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BA0229-3F5A-1705-BC7F-812FAA5A0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F37C4F-F17D-80C9-0D11-0E6A135B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BB78B4-920F-CD6A-84FE-DD7D779B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FA2B2A-5D4D-2BA9-823F-1936163B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98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30BA5E-205E-A5C9-3471-ECF29688E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375F34-5085-B81D-9DE2-A8178EB8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483ECF-A7D1-88EB-DE4E-1A2F5694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1A0C36-6FF8-88AF-E2EA-4A597AD2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0AE9C5-81EC-E4A3-6EB5-544E5C89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90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24A7A1-B28E-D4FD-97B1-92A85427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A766A9-7089-7BB1-93A5-AF535CD29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D81D64-DB8A-71E5-D5AD-40BBBB65C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8F085C-73D7-86F6-24C5-8E963455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719AB7-CD34-07CA-0405-81DBA13E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5F153F-E14A-49A4-DCA9-010957CF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711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743C0-47F4-D1F2-CA16-97B54003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8DBF25-55A3-9EE9-F4A1-219E664A4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F6B647-315D-5EC0-6AA9-06C96E1BA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713D297-C984-36AA-A731-45DA0FD1B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E952C6E-C340-AE1A-35F6-A24D210FF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9B9BB8-0956-D15E-F481-741E40371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7F6F3C7-125A-ABCD-CD10-D5AA61594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9F28794-1824-BEF7-28A5-D6E05E5E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31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C147B-FFB1-5636-AC80-A011993A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7EC3168-E7CB-DB17-0E96-E0749851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934504-7F15-DE47-7EA5-5F05D8380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6538A46-78A3-11CE-16FC-36BFC849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50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0AC758-AAB4-A217-5C23-F9561F26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F268E1-794B-CD5B-9809-C71BED70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BBBFC3-6C3B-B1CF-F15F-444E1E32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024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0DE4D0-1D4D-D0CF-D8AC-8E1D2032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176814-E0DA-04E9-10FA-8E5999C72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9C5F84-2655-E4F3-AE6A-8E4ABBEC3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DE9DAF-DF71-91CA-39F0-723CE881E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34C3DA-8F56-79AE-CDDA-C30497B9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DA9762-F2EB-FD1D-E312-86A8857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74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6C648-5CD7-3533-D081-6F53D288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BDBFB8-4F82-1B5A-15C0-F254453A9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FA0D40-D757-2C44-44EE-8EEE3F357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C4928C-9ED2-614D-15C1-70754E76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6443AD-3992-1406-C477-F782ECD0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4C23A6-9A3B-672F-CABF-D718F19F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21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30454-378F-0792-04B7-7BA7AD6A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B10A14-DC3F-4875-DB23-F9CE2C716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30CCB9-EFA9-63B7-269B-1448499D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627A7D-58E5-BD48-F8AF-4A8D99B21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053906-C35B-5182-C2C5-AE29798D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927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A0C7D7-5366-A04E-4F18-7414AC078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ABACD6-FF45-6F53-61BE-CD406A2B7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ACC8C5-32C7-C914-1950-C6257EA7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4120F3-8392-7848-9ED8-77E481B2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2CEBDE-096D-DA6C-AEF2-999AD5DD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884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043291A-D8A2-1945-9908-BA04E1FB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AB7192-5C46-3E0D-64BC-75D5E4EFF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DDC16F-A507-4A60-7928-D7FC48DDD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CB167-4B2D-4087-8044-C5030F66FCF7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233F76-2289-0C64-1D30-0AAB7CD33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634FBD-ED2E-70E4-9076-73D131663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B4C5C-30F9-4EAB-B8AF-566B6D5BE4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66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BEFD5358-3F48-5C39-C2BF-EBEF22F37B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891"/>
          <a:stretch>
            <a:fillRect/>
          </a:stretch>
        </p:blipFill>
        <p:spPr bwMode="auto">
          <a:xfrm>
            <a:off x="6745358" y="1327395"/>
            <a:ext cx="4774094" cy="486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5C6F05-01EB-0592-CB36-1C914381333E}"/>
              </a:ext>
            </a:extLst>
          </p:cNvPr>
          <p:cNvSpPr txBox="1"/>
          <p:nvPr/>
        </p:nvSpPr>
        <p:spPr>
          <a:xfrm>
            <a:off x="8436540" y="876944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>
                <a:latin typeface="M PLUS 2" pitchFamily="2" charset="-128"/>
                <a:ea typeface="M PLUS 2" pitchFamily="2" charset="-128"/>
              </a:rPr>
              <a:t>Github</a:t>
            </a:r>
            <a:endParaRPr kumimoji="1" lang="ja-JP" altLang="en-US" sz="2800" dirty="0">
              <a:latin typeface="M PLUS 2" pitchFamily="2" charset="-128"/>
              <a:ea typeface="M PLUS 2" pitchFamily="2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B16AF2B-A123-685B-9C26-2DDA46820842}"/>
              </a:ext>
            </a:extLst>
          </p:cNvPr>
          <p:cNvSpPr txBox="1"/>
          <p:nvPr/>
        </p:nvSpPr>
        <p:spPr>
          <a:xfrm>
            <a:off x="7203591" y="6024217"/>
            <a:ext cx="38576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PlemolJP" panose="020B0509020203020207" pitchFamily="49" charset="-128"/>
                <a:ea typeface="PlemolJP" panose="020B0509020203020207" pitchFamily="49" charset="-128"/>
                <a:cs typeface="PlemolJP" panose="020B0509020203020207" pitchFamily="49" charset="-128"/>
              </a:rPr>
              <a:t>K4nine9</a:t>
            </a:r>
            <a:endParaRPr lang="ja-JP" altLang="en-US" sz="1600" dirty="0">
              <a:latin typeface="PlemolJP" panose="020B0509020203020207" pitchFamily="49" charset="-128"/>
              <a:ea typeface="PlemolJP" panose="020B0509020203020207" pitchFamily="49" charset="-128"/>
              <a:cs typeface="PlemolJP" panose="020B0509020203020207" pitchFamily="49" charset="-128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47C63E-6922-427B-F6EF-6E1F99883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61" y="1327395"/>
            <a:ext cx="4926383" cy="492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E667ED-E36B-1C30-C728-27F53E9DECAA}"/>
              </a:ext>
            </a:extLst>
          </p:cNvPr>
          <p:cNvSpPr txBox="1"/>
          <p:nvPr/>
        </p:nvSpPr>
        <p:spPr>
          <a:xfrm>
            <a:off x="1634364" y="876944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latin typeface="M PLUS 2" pitchFamily="2" charset="-128"/>
                <a:ea typeface="M PLUS 2" pitchFamily="2" charset="-128"/>
              </a:rPr>
              <a:t>ポートフォリオ</a:t>
            </a:r>
          </a:p>
        </p:txBody>
      </p:sp>
    </p:spTree>
    <p:extLst>
      <p:ext uri="{BB962C8B-B14F-4D97-AF65-F5344CB8AC3E}">
        <p14:creationId xmlns:p14="http://schemas.microsoft.com/office/powerpoint/2010/main" val="144272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Office PowerPoint</Application>
  <PresentationFormat>ワイド画面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 PLUS 2</vt:lpstr>
      <vt:lpstr>PlemolJP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繊維 如月</dc:creator>
  <cp:lastModifiedBy>繊維 如月</cp:lastModifiedBy>
  <cp:revision>2</cp:revision>
  <dcterms:created xsi:type="dcterms:W3CDTF">2025-10-31T02:08:45Z</dcterms:created>
  <dcterms:modified xsi:type="dcterms:W3CDTF">2025-10-31T02:16:48Z</dcterms:modified>
</cp:coreProperties>
</file>